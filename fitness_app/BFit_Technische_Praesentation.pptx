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BFit App - Technische Präsentation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1: Titelfolie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BFit: Ihre persönliche Fitness-Journey</a:t>
            </a:r>
          </a:p>
          <a:p>
            <a:pPr lvl="0"/>
            <a:r>
              <a:rPr/>
              <a:t>Entwickelt mit Flutter &amp; Firebase</a:t>
            </a:r>
          </a:p>
          <a:p>
            <a:pPr lvl="0"/>
            <a:r>
              <a:rPr/>
              <a:t>[Logo &amp; App Icon]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2: Technologie-Stack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Haupttechnologien:</a:t>
            </a:r>
          </a:p>
          <a:p>
            <a:pPr lvl="0"/>
            <a:r>
              <a:rPr/>
              <a:t>Flutter SDK (Cross-Platform Framework)</a:t>
            </a:r>
          </a:p>
          <a:p>
            <a:pPr lvl="0"/>
            <a:r>
              <a:rPr/>
              <a:t>Dart Programmiersprache</a:t>
            </a:r>
          </a:p>
          <a:p>
            <a:pPr lvl="0"/>
            <a:r>
              <a:rPr/>
              <a:t>Firebase Backend</a:t>
            </a:r>
          </a:p>
          <a:p>
            <a:pPr lvl="0"/>
            <a:r>
              <a:rPr/>
              <a:t>Material Design 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3: Flutter &amp; Dart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Cross-Platform Entwicklung</a:t>
            </a:r>
          </a:p>
          <a:p>
            <a:pPr lvl="1"/>
            <a:r>
              <a:rPr/>
              <a:t>iOS</a:t>
            </a:r>
          </a:p>
          <a:p>
            <a:pPr lvl="1"/>
            <a:r>
              <a:rPr/>
              <a:t>Android</a:t>
            </a:r>
          </a:p>
          <a:p>
            <a:pPr lvl="1"/>
            <a:r>
              <a:rPr/>
              <a:t>Web Support</a:t>
            </a:r>
          </a:p>
          <a:p>
            <a:pPr lvl="0"/>
            <a:r>
              <a:rPr b="1"/>
              <a:t>Dart Vorteile:</a:t>
            </a:r>
          </a:p>
          <a:p>
            <a:pPr lvl="1"/>
            <a:r>
              <a:rPr/>
              <a:t>Typsicherheit</a:t>
            </a:r>
          </a:p>
          <a:p>
            <a:pPr lvl="1"/>
            <a:r>
              <a:rPr/>
              <a:t>Hot Reload</a:t>
            </a:r>
          </a:p>
          <a:p>
            <a:pPr lvl="1"/>
            <a:r>
              <a:rPr/>
              <a:t>Asynchrone Programmierung</a:t>
            </a:r>
          </a:p>
          <a:p>
            <a:pPr lvl="1"/>
            <a:r>
              <a:rPr/>
              <a:t>Objektorientiert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4: Firebase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Implementierte Firebase-Dienste:</a:t>
            </a:r>
          </a:p>
          <a:p>
            <a:pPr lvl="0"/>
            <a:r>
              <a:rPr/>
              <a:t>Firebase Authentication</a:t>
            </a:r>
          </a:p>
          <a:p>
            <a:pPr lvl="1"/>
            <a:r>
              <a:rPr/>
              <a:t>Email/Passwort</a:t>
            </a:r>
          </a:p>
          <a:p>
            <a:pPr lvl="1"/>
            <a:r>
              <a:rPr/>
              <a:t>Google Sign-In</a:t>
            </a:r>
          </a:p>
          <a:p>
            <a:pPr lvl="1"/>
            <a:r>
              <a:rPr/>
              <a:t>Apple Sign-In</a:t>
            </a:r>
          </a:p>
          <a:p>
            <a:pPr lvl="0"/>
            <a:r>
              <a:rPr/>
              <a:t>Cloud Firestore</a:t>
            </a:r>
          </a:p>
          <a:p>
            <a:pPr lvl="0"/>
            <a:r>
              <a:rPr/>
              <a:t>Firebase Storage</a:t>
            </a:r>
          </a:p>
          <a:p>
            <a:pPr lvl="0"/>
            <a:r>
              <a:rPr/>
              <a:t>Firebase Analytics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5: Authentifizierung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Sicherheitsfeatures:</a:t>
            </a:r>
          </a:p>
          <a:p>
            <a:pPr lvl="0"/>
            <a:r>
              <a:rPr/>
              <a:t>Mehrere Login-Methoden</a:t>
            </a:r>
          </a:p>
          <a:p>
            <a:pPr lvl="0"/>
            <a:r>
              <a:rPr/>
              <a:t>Sichere Passwortverwaltung</a:t>
            </a:r>
          </a:p>
          <a:p>
            <a:pPr lvl="0"/>
            <a:r>
              <a:rPr/>
              <a:t>Token-basierte Authentifizierung</a:t>
            </a:r>
          </a:p>
          <a:p>
            <a:pPr lvl="0"/>
            <a:r>
              <a:rPr/>
              <a:t>Persistente Anmeldung</a:t>
            </a:r>
          </a:p>
          <a:p>
            <a:pPr lvl="0"/>
            <a:r>
              <a:rPr/>
              <a:t>Passwort-Reset Funktion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6: Datenbank-Struktur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Cloud Firestore:</a:t>
            </a:r>
          </a:p>
          <a:p>
            <a:pPr lvl="0"/>
            <a:r>
              <a:rPr/>
              <a:t>Benutzerprofile</a:t>
            </a:r>
          </a:p>
          <a:p>
            <a:pPr lvl="0"/>
            <a:r>
              <a:rPr/>
              <a:t>Workout-Daten</a:t>
            </a:r>
          </a:p>
          <a:p>
            <a:pPr lvl="0"/>
            <a:r>
              <a:rPr/>
              <a:t>Ernährungspläne</a:t>
            </a:r>
          </a:p>
          <a:p>
            <a:pPr lvl="0"/>
            <a:r>
              <a:rPr/>
              <a:t>Fortschrittsverfolgung</a:t>
            </a:r>
          </a:p>
          <a:p>
            <a:pPr lvl="0"/>
            <a:r>
              <a:rPr/>
              <a:t>Echtzeit-Updates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7: App-Architektur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Clean Architecture:</a:t>
            </a:r>
          </a:p>
          <a:p>
            <a:pPr lvl="0"/>
            <a:r>
              <a:rPr/>
              <a:t>Services Layer</a:t>
            </a:r>
          </a:p>
          <a:p>
            <a:pPr lvl="0"/>
            <a:r>
              <a:rPr/>
              <a:t>Repository Pattern</a:t>
            </a:r>
          </a:p>
          <a:p>
            <a:pPr lvl="0"/>
            <a:r>
              <a:rPr/>
              <a:t>Dependency Injection</a:t>
            </a:r>
          </a:p>
          <a:p>
            <a:pPr lvl="0"/>
            <a:r>
              <a:rPr/>
              <a:t>State Management</a:t>
            </a:r>
          </a:p>
          <a:p>
            <a:pPr lvl="0"/>
            <a:r>
              <a:rPr/>
              <a:t>Widget-Hierarchie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8: UI/UX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Design-System:</a:t>
            </a:r>
          </a:p>
          <a:p>
            <a:pPr lvl="0"/>
            <a:r>
              <a:rPr/>
              <a:t>Material Design 3</a:t>
            </a:r>
          </a:p>
          <a:p>
            <a:pPr lvl="0"/>
            <a:r>
              <a:rPr/>
              <a:t>Custom Themes</a:t>
            </a:r>
          </a:p>
          <a:p>
            <a:pPr lvl="0"/>
            <a:r>
              <a:rPr/>
              <a:t>Responsive Layout</a:t>
            </a:r>
          </a:p>
          <a:p>
            <a:pPr lvl="0"/>
            <a:r>
              <a:rPr/>
              <a:t>Animationen</a:t>
            </a:r>
          </a:p>
          <a:p>
            <a:pPr lvl="0"/>
            <a:r>
              <a:rPr/>
              <a:t>Premium Gold-Schwarz Design (#FFD700, #121212)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9: Hauptfunktionen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Technische Implementierung:</a:t>
            </a:r>
          </a:p>
          <a:p>
            <a:pPr lvl="0"/>
            <a:r>
              <a:rPr/>
              <a:t>Workout-Tracking System</a:t>
            </a:r>
          </a:p>
          <a:p>
            <a:pPr lvl="0"/>
            <a:r>
              <a:rPr/>
              <a:t>Ernährungsmanagement</a:t>
            </a:r>
          </a:p>
          <a:p>
            <a:pPr lvl="0"/>
            <a:r>
              <a:rPr/>
              <a:t>Fortschrittsverfolgung</a:t>
            </a:r>
          </a:p>
          <a:p>
            <a:pPr lvl="0"/>
            <a:r>
              <a:rPr/>
              <a:t>Benutzerprofilierung</a:t>
            </a:r>
          </a:p>
          <a:p>
            <a:pPr lvl="0"/>
            <a:r>
              <a:rPr/>
              <a:t>Daten-Synchronisation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10: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Optimierungen:</a:t>
            </a:r>
          </a:p>
          <a:p>
            <a:pPr lvl="0"/>
            <a:r>
              <a:rPr/>
              <a:t>Lazy Loading</a:t>
            </a:r>
          </a:p>
          <a:p>
            <a:pPr lvl="0"/>
            <a:r>
              <a:rPr/>
              <a:t>Caching-Strategien</a:t>
            </a:r>
          </a:p>
          <a:p>
            <a:pPr lvl="0"/>
            <a:r>
              <a:rPr/>
              <a:t>Bildoptimierung</a:t>
            </a:r>
          </a:p>
          <a:p>
            <a:pPr lvl="0"/>
            <a:r>
              <a:rPr/>
              <a:t>Offline-Funktionalität</a:t>
            </a:r>
          </a:p>
          <a:p>
            <a:pPr lvl="0"/>
            <a:r>
              <a:rPr/>
              <a:t>Minimale App-Größe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11: Testing &amp; Qualität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Qualitätssicherung:</a:t>
            </a:r>
          </a:p>
          <a:p>
            <a:pPr lvl="0"/>
            <a:r>
              <a:rPr/>
              <a:t>Unit Tests</a:t>
            </a:r>
          </a:p>
          <a:p>
            <a:pPr lvl="0"/>
            <a:r>
              <a:rPr/>
              <a:t>Widget Tests</a:t>
            </a:r>
          </a:p>
          <a:p>
            <a:pPr lvl="0"/>
            <a:r>
              <a:rPr/>
              <a:t>Integration Tests</a:t>
            </a:r>
          </a:p>
          <a:p>
            <a:pPr lvl="0"/>
            <a:r>
              <a:rPr/>
              <a:t>Performance Monitoring</a:t>
            </a:r>
          </a:p>
          <a:p>
            <a:pPr lvl="0"/>
            <a:r>
              <a:rPr/>
              <a:t>Crash Reporting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12: Sicherheit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Implementierte Sicherheitsmaßnahmen:</a:t>
            </a:r>
          </a:p>
          <a:p>
            <a:pPr lvl="0"/>
            <a:r>
              <a:rPr/>
              <a:t>Verschlüsselte Datenübertragung</a:t>
            </a:r>
          </a:p>
          <a:p>
            <a:pPr lvl="0"/>
            <a:r>
              <a:rPr/>
              <a:t>Sichere API-Aufrufe</a:t>
            </a:r>
          </a:p>
          <a:p>
            <a:pPr lvl="0"/>
            <a:r>
              <a:rPr/>
              <a:t>Datenschutz-Compliance</a:t>
            </a:r>
          </a:p>
          <a:p>
            <a:pPr lvl="0"/>
            <a:r>
              <a:rPr/>
              <a:t>Benutzerauthentifizierung</a:t>
            </a:r>
          </a:p>
          <a:p>
            <a:pPr lvl="0"/>
            <a:r>
              <a:rPr/>
              <a:t>Zugriffskontrollen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13: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Veröffentlichungsprozess:</a:t>
            </a:r>
          </a:p>
          <a:p>
            <a:pPr lvl="0"/>
            <a:r>
              <a:rPr/>
              <a:t>CI/CD Pipeline</a:t>
            </a:r>
          </a:p>
          <a:p>
            <a:pPr lvl="0"/>
            <a:r>
              <a:rPr/>
              <a:t>App Store Connect</a:t>
            </a:r>
          </a:p>
          <a:p>
            <a:pPr lvl="0"/>
            <a:r>
              <a:rPr/>
              <a:t>Google Play Console</a:t>
            </a:r>
          </a:p>
          <a:p>
            <a:pPr lvl="0"/>
            <a:r>
              <a:rPr/>
              <a:t>Automatisierte Builds</a:t>
            </a:r>
          </a:p>
          <a:p>
            <a:pPr lvl="0"/>
            <a:r>
              <a:rPr/>
              <a:t>Version Management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Folie 14: Zukunftspläne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Geplante Erweiterungen:</a:t>
            </a:r>
          </a:p>
          <a:p>
            <a:pPr lvl="0"/>
            <a:r>
              <a:rPr/>
              <a:t>KI-gestützte Workouts</a:t>
            </a:r>
          </a:p>
          <a:p>
            <a:pPr lvl="0"/>
            <a:r>
              <a:rPr/>
              <a:t>Social Features</a:t>
            </a:r>
          </a:p>
          <a:p>
            <a:pPr lvl="0"/>
            <a:r>
              <a:rPr/>
              <a:t>Erweiterte Analytics</a:t>
            </a:r>
          </a:p>
          <a:p>
            <a:pPr lvl="0"/>
            <a:r>
              <a:rPr/>
              <a:t>Personalisierte Ernährungspläne</a:t>
            </a:r>
          </a:p>
          <a:p>
            <a:pPr lvl="0"/>
            <a:r>
              <a:rPr/>
              <a:t>Wearable Integration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2025-05-23T19:11:10Z</dcterms:created>
  <dcterms:modified xsi:type="dcterms:W3CDTF">2025-05-23T19:11:10Z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